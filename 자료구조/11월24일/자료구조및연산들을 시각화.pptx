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36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solidFill>
                  <a:srgbClr val="008000"/>
                </a:solidFill>
              </a:defRPr>
            </a:lvl2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rgbClr val="C00000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rgbClr val="0000FF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b="1" kern="1200">
          <a:solidFill>
            <a:schemeClr val="accent6">
              <a:lumMod val="75000"/>
            </a:schemeClr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400" b="1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go.net/e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sfca.edu/~galles/visualization/Algorithms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ds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sfca.edu/~galles/visualization/Algorithm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sa-visualizer-delta.vercel.app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svistool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mtClean="0"/>
              <a:t>자료구조 시각화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622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smtClean="0"/>
              <a:t>VisuAlgo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>
                <a:hlinkClick r:id="rId2"/>
              </a:rPr>
              <a:t>VisuAlgo</a:t>
            </a:r>
            <a:endParaRPr lang="en-US" altLang="ko-KR" b="1"/>
          </a:p>
          <a:p>
            <a:pPr lvl="1"/>
            <a:r>
              <a:rPr lang="ko-KR" altLang="en-US" b="1" smtClean="0"/>
              <a:t>자료구조와 </a:t>
            </a:r>
            <a:r>
              <a:rPr lang="ko-KR" altLang="en-US" b="1"/>
              <a:t>알고리즘</a:t>
            </a:r>
            <a:r>
              <a:rPr lang="ko-KR" altLang="en-US"/>
              <a:t>을 시각화해주는 가장 유명하고 </a:t>
            </a:r>
            <a:r>
              <a:rPr lang="ko-KR" altLang="en-US"/>
              <a:t>포괄적인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사이트 </a:t>
            </a:r>
            <a:r>
              <a:rPr lang="ko-KR" altLang="en-US"/>
              <a:t>중 </a:t>
            </a:r>
            <a:r>
              <a:rPr lang="ko-KR" altLang="en-US" smtClean="0"/>
              <a:t>하나</a:t>
            </a:r>
            <a:endParaRPr lang="en-US" altLang="ko-KR" smtClean="0"/>
          </a:p>
          <a:p>
            <a:pPr lvl="2"/>
            <a:r>
              <a:rPr lang="ko-KR" altLang="en-US" smtClean="0"/>
              <a:t>다양한 </a:t>
            </a:r>
            <a:r>
              <a:rPr lang="ko-KR" altLang="en-US"/>
              <a:t>자료구조</a:t>
            </a:r>
            <a:r>
              <a:rPr lang="en-US" altLang="ko-KR"/>
              <a:t>(</a:t>
            </a:r>
            <a:r>
              <a:rPr lang="ko-KR" altLang="en-US"/>
              <a:t>배열</a:t>
            </a:r>
            <a:r>
              <a:rPr lang="en-US" altLang="ko-KR"/>
              <a:t>, </a:t>
            </a:r>
            <a:r>
              <a:rPr lang="ko-KR" altLang="en-US"/>
              <a:t>연결 리스트</a:t>
            </a:r>
            <a:r>
              <a:rPr lang="en-US" altLang="ko-KR"/>
              <a:t>, </a:t>
            </a:r>
            <a:r>
              <a:rPr lang="ko-KR" altLang="en-US"/>
              <a:t>힙</a:t>
            </a:r>
            <a:r>
              <a:rPr lang="en-US" altLang="ko-KR"/>
              <a:t>, </a:t>
            </a:r>
            <a:r>
              <a:rPr lang="ko-KR" altLang="en-US"/>
              <a:t>트리 등</a:t>
            </a:r>
            <a:r>
              <a:rPr lang="en-US" altLang="ko-KR"/>
              <a:t>)</a:t>
            </a:r>
            <a:r>
              <a:rPr lang="ko-KR" altLang="en-US"/>
              <a:t>와 정렬</a:t>
            </a:r>
            <a:r>
              <a:rPr lang="en-US" altLang="ko-KR"/>
              <a:t>,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그래프 </a:t>
            </a:r>
            <a:r>
              <a:rPr lang="ko-KR" altLang="en-US"/>
              <a:t>알고리즘들을 직접 조작하며 단계별로 어떻게 </a:t>
            </a:r>
            <a:r>
              <a:rPr lang="ko-KR" altLang="en-US"/>
              <a:t>동작하는지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확인할 </a:t>
            </a:r>
            <a:r>
              <a:rPr lang="ko-KR" altLang="en-US"/>
              <a:t>수 </a:t>
            </a:r>
            <a:r>
              <a:rPr lang="ko-KR" altLang="en-US" smtClean="0"/>
              <a:t>있음</a:t>
            </a:r>
            <a:endParaRPr lang="en-US" altLang="ko-KR" smtClean="0"/>
          </a:p>
          <a:p>
            <a:pPr lvl="2"/>
            <a:r>
              <a:rPr lang="ko-KR" altLang="en-US" smtClean="0"/>
              <a:t>시뮬레이션 </a:t>
            </a:r>
            <a:r>
              <a:rPr lang="ko-KR" altLang="en-US"/>
              <a:t>기능 외에도 연습 문제</a:t>
            </a:r>
            <a:r>
              <a:rPr lang="en-US" altLang="ko-KR"/>
              <a:t>, </a:t>
            </a:r>
            <a:r>
              <a:rPr lang="ko-KR" altLang="en-US"/>
              <a:t>자체 제작 알고리즘 실행 기능 </a:t>
            </a:r>
            <a:r>
              <a:rPr lang="ko-KR" altLang="en-US"/>
              <a:t>등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학습에 </a:t>
            </a:r>
            <a:r>
              <a:rPr lang="ko-KR" altLang="en-US"/>
              <a:t>유용한 </a:t>
            </a:r>
            <a:r>
              <a:rPr lang="ko-KR" altLang="en-US"/>
              <a:t>도구들을 </a:t>
            </a:r>
            <a:r>
              <a:rPr lang="ko-KR" altLang="en-US" smtClean="0"/>
              <a:t>제공함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63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Data Structure Visualizations</a:t>
            </a:r>
            <a:br>
              <a:rPr lang="en-US" altLang="ko-KR"/>
            </a:b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hlinkClick r:id="rId2"/>
              </a:rPr>
              <a:t>Data Structure Visualizations</a:t>
            </a:r>
            <a:endParaRPr lang="en-US" altLang="ko-KR"/>
          </a:p>
          <a:p>
            <a:pPr lvl="1"/>
            <a:r>
              <a:rPr lang="ko-KR" altLang="en-US" smtClean="0"/>
              <a:t>자료구조와 </a:t>
            </a:r>
            <a:r>
              <a:rPr lang="ko-KR" altLang="en-US"/>
              <a:t>알고리즘의 동작 원리를 시각적으로 이해하기 </a:t>
            </a:r>
            <a:r>
              <a:rPr lang="ko-KR" altLang="en-US"/>
              <a:t>쉽게 </a:t>
            </a:r>
            <a:r>
              <a:rPr lang="ko-KR" altLang="en-US" smtClean="0"/>
              <a:t>보여줌</a:t>
            </a:r>
            <a:endParaRPr lang="en-US" altLang="ko-KR" smtClean="0"/>
          </a:p>
          <a:p>
            <a:pPr lvl="2"/>
            <a:r>
              <a:rPr lang="ko-KR" altLang="en-US" smtClean="0"/>
              <a:t>힙</a:t>
            </a:r>
            <a:r>
              <a:rPr lang="en-US" altLang="ko-KR"/>
              <a:t>, B-</a:t>
            </a:r>
            <a:r>
              <a:rPr lang="ko-KR" altLang="en-US"/>
              <a:t>트리</a:t>
            </a:r>
            <a:r>
              <a:rPr lang="en-US" altLang="ko-KR"/>
              <a:t>, AVL </a:t>
            </a:r>
            <a:r>
              <a:rPr lang="ko-KR" altLang="en-US"/>
              <a:t>트리 등 복잡한 자료구조의 삽입</a:t>
            </a:r>
            <a:r>
              <a:rPr lang="en-US" altLang="ko-KR"/>
              <a:t>, </a:t>
            </a:r>
            <a:r>
              <a:rPr lang="ko-KR" altLang="en-US"/>
              <a:t>삭제 </a:t>
            </a:r>
            <a:r>
              <a:rPr lang="ko-KR" altLang="en-US"/>
              <a:t>과정을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애니메이션으로 </a:t>
            </a:r>
            <a:r>
              <a:rPr lang="ko-KR" altLang="en-US"/>
              <a:t>보여주며</a:t>
            </a:r>
            <a:r>
              <a:rPr lang="en-US" altLang="ko-KR"/>
              <a:t>, </a:t>
            </a:r>
            <a:r>
              <a:rPr lang="ko-KR" altLang="en-US"/>
              <a:t>다양한 정렬 알고리즘의 동작 방식도 비교하면서 볼 </a:t>
            </a:r>
            <a:r>
              <a:rPr lang="ko-KR" altLang="en-US"/>
              <a:t>수 </a:t>
            </a:r>
            <a:r>
              <a:rPr lang="ko-KR" altLang="en-US" smtClean="0"/>
              <a:t>있음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986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Programiz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hlinkClick r:id="rId2"/>
              </a:rPr>
              <a:t>Programiz</a:t>
            </a:r>
            <a:endParaRPr lang="en-US" altLang="ko-KR"/>
          </a:p>
          <a:p>
            <a:pPr lvl="1"/>
            <a:r>
              <a:rPr lang="ko-KR" altLang="en-US" smtClean="0"/>
              <a:t>자료구조 </a:t>
            </a:r>
            <a:r>
              <a:rPr lang="ko-KR" altLang="en-US"/>
              <a:t>및 알고리즘을 학습하는 </a:t>
            </a:r>
            <a:r>
              <a:rPr lang="ko-KR" altLang="en-US"/>
              <a:t>튜토리얼을 </a:t>
            </a:r>
            <a:r>
              <a:rPr lang="ko-KR" altLang="en-US" smtClean="0"/>
              <a:t>제공</a:t>
            </a:r>
            <a:endParaRPr lang="en-US" altLang="ko-KR" smtClean="0"/>
          </a:p>
          <a:p>
            <a:pPr lvl="2"/>
            <a:r>
              <a:rPr lang="ko-KR" altLang="en-US" smtClean="0"/>
              <a:t>각 </a:t>
            </a:r>
            <a:r>
              <a:rPr lang="ko-KR" altLang="en-US"/>
              <a:t>개념을 시각화하여 설명하는 페이지를 </a:t>
            </a:r>
            <a:r>
              <a:rPr lang="ko-KR" altLang="en-US"/>
              <a:t>포함하고 </a:t>
            </a:r>
            <a:r>
              <a:rPr lang="ko-KR" altLang="en-US" smtClean="0"/>
              <a:t>있음</a:t>
            </a:r>
            <a:endParaRPr lang="en-US" altLang="ko-KR" smtClean="0"/>
          </a:p>
          <a:p>
            <a:pPr lvl="3"/>
            <a:r>
              <a:rPr lang="ko-KR" altLang="en-US" smtClean="0"/>
              <a:t>예를 </a:t>
            </a:r>
            <a:r>
              <a:rPr lang="ko-KR" altLang="en-US"/>
              <a:t>들어</a:t>
            </a:r>
            <a:r>
              <a:rPr lang="en-US" altLang="ko-KR"/>
              <a:t>, </a:t>
            </a:r>
            <a:r>
              <a:rPr lang="ko-KR" altLang="en-US"/>
              <a:t>이진 탐색 트리의 삽입 및 삭제 과정을 단계별로 시각화된 </a:t>
            </a:r>
            <a:r>
              <a:rPr lang="ko-KR" altLang="en-US"/>
              <a:t>그림과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함께 </a:t>
            </a:r>
            <a:r>
              <a:rPr lang="ko-KR" altLang="en-US"/>
              <a:t>설명해 </a:t>
            </a:r>
            <a:r>
              <a:rPr lang="ko-KR" altLang="en-US" smtClean="0"/>
              <a:t>줌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37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USFCA Data Structures </a:t>
            </a:r>
            <a:r>
              <a:rPr lang="en-US" altLang="ko-KR"/>
              <a:t>&amp; </a:t>
            </a:r>
            <a:r>
              <a:rPr lang="en-US" altLang="ko-KR" smtClean="0"/>
              <a:t>Algorithms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hlinkClick r:id="rId2"/>
              </a:rPr>
              <a:t>USFCA Data Structures &amp; Algorithms</a:t>
            </a:r>
            <a:endParaRPr lang="en-US" altLang="ko-KR"/>
          </a:p>
          <a:p>
            <a:pPr lvl="1"/>
            <a:r>
              <a:rPr lang="ko-KR" altLang="en-US"/>
              <a:t>샌프란시스코 대학교</a:t>
            </a:r>
            <a:r>
              <a:rPr lang="en-US" altLang="ko-KR"/>
              <a:t>(USFCA)</a:t>
            </a:r>
            <a:r>
              <a:rPr lang="ko-KR" altLang="en-US"/>
              <a:t>에서 </a:t>
            </a:r>
            <a:r>
              <a:rPr lang="ko-KR" altLang="en-US" smtClean="0"/>
              <a:t>제공</a:t>
            </a:r>
            <a:endParaRPr lang="en-US" altLang="ko-KR" smtClean="0"/>
          </a:p>
          <a:p>
            <a:pPr lvl="2"/>
            <a:r>
              <a:rPr lang="ko-KR" altLang="en-US" smtClean="0"/>
              <a:t>정확하고 </a:t>
            </a:r>
            <a:r>
              <a:rPr lang="ko-KR" altLang="en-US"/>
              <a:t>직관적인 자료구조 </a:t>
            </a:r>
            <a:r>
              <a:rPr lang="ko-KR" altLang="en-US"/>
              <a:t>시각화를 </a:t>
            </a:r>
            <a:r>
              <a:rPr lang="ko-KR" altLang="en-US" smtClean="0"/>
              <a:t>제공</a:t>
            </a:r>
            <a:endParaRPr lang="en-US" altLang="ko-KR" smtClean="0"/>
          </a:p>
          <a:p>
            <a:pPr lvl="2"/>
            <a:r>
              <a:rPr lang="ko-KR" altLang="en-US" smtClean="0"/>
              <a:t>스택</a:t>
            </a:r>
            <a:r>
              <a:rPr lang="en-US" altLang="ko-KR"/>
              <a:t>, </a:t>
            </a:r>
            <a:r>
              <a:rPr lang="ko-KR" altLang="en-US"/>
              <a:t>큐</a:t>
            </a:r>
            <a:r>
              <a:rPr lang="en-US" altLang="ko-KR"/>
              <a:t>, </a:t>
            </a:r>
            <a:r>
              <a:rPr lang="ko-KR" altLang="en-US"/>
              <a:t>해시 테이블</a:t>
            </a:r>
            <a:r>
              <a:rPr lang="en-US" altLang="ko-KR"/>
              <a:t>, </a:t>
            </a:r>
            <a:r>
              <a:rPr lang="ko-KR" altLang="en-US"/>
              <a:t>이진 탐색 트리</a:t>
            </a:r>
            <a:r>
              <a:rPr lang="en-US" altLang="ko-KR"/>
              <a:t>, </a:t>
            </a:r>
            <a:r>
              <a:rPr lang="ko-KR" altLang="en-US"/>
              <a:t>그래프 등 다양한 </a:t>
            </a:r>
            <a:r>
              <a:rPr lang="ko-KR" altLang="en-US"/>
              <a:t>자료구조의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동작을 </a:t>
            </a:r>
            <a:r>
              <a:rPr lang="ko-KR" altLang="en-US"/>
              <a:t>명확하게 </a:t>
            </a:r>
            <a:r>
              <a:rPr lang="ko-KR" altLang="en-US" smtClean="0"/>
              <a:t>보여줌</a:t>
            </a:r>
            <a:r>
              <a:rPr lang="en-US" altLang="ko-KR" smtClean="0"/>
              <a:t> 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15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DS </a:t>
            </a:r>
            <a:r>
              <a:rPr lang="ko-KR" altLang="en-US"/>
              <a:t>비주얼라이저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hlinkClick r:id="rId2"/>
              </a:rPr>
              <a:t>DS </a:t>
            </a:r>
            <a:r>
              <a:rPr lang="ko-KR" altLang="en-US" smtClean="0">
                <a:hlinkClick r:id="rId2"/>
              </a:rPr>
              <a:t>비주얼라이저</a:t>
            </a:r>
            <a:endParaRPr lang="en-US" altLang="ko-KR" smtClean="0"/>
          </a:p>
          <a:p>
            <a:pPr lvl="1"/>
            <a:r>
              <a:rPr lang="ko-KR" altLang="en-US"/>
              <a:t>시각적 애니메이션과 단계별 작업을 통해 데이터 구조를 </a:t>
            </a:r>
            <a:r>
              <a:rPr lang="ko-KR" altLang="en-US"/>
              <a:t>학습하고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이해하기 </a:t>
            </a:r>
            <a:r>
              <a:rPr lang="ko-KR" altLang="en-US"/>
              <a:t>위한 대화형 도구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03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Data Structures &amp; Algorithms </a:t>
            </a:r>
            <a:r>
              <a:rPr lang="en-US" altLang="ko-KR"/>
              <a:t>Visualization </a:t>
            </a:r>
            <a:r>
              <a:rPr lang="en-US" altLang="ko-KR" smtClean="0"/>
              <a:t>Tool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>
                <a:hlinkClick r:id="rId2"/>
              </a:rPr>
              <a:t>Data Structures &amp; Algorithms Visualization Tool</a:t>
            </a:r>
            <a:endParaRPr lang="en-US" altLang="ko-KR"/>
          </a:p>
          <a:p>
            <a:pPr lvl="1"/>
            <a:r>
              <a:rPr lang="en-US" altLang="ko-KR"/>
              <a:t>Official data structures and algorithms visualization tool</a:t>
            </a:r>
            <a:br>
              <a:rPr lang="en-US" altLang="ko-KR"/>
            </a:b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71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128</Words>
  <Application>Microsoft Office PowerPoint</Application>
  <PresentationFormat>화면 슬라이드 쇼(4:3)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자료구조 시각화</vt:lpstr>
      <vt:lpstr>VisuAlgo</vt:lpstr>
      <vt:lpstr>Data Structure Visualizations </vt:lpstr>
      <vt:lpstr>Programiz</vt:lpstr>
      <vt:lpstr>USFCA Data Structures &amp; Algorithms</vt:lpstr>
      <vt:lpstr>DS 비주얼라이저</vt:lpstr>
      <vt:lpstr>Data Structures &amp; Algorithms Visualization Tool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시각화</dc:title>
  <dc:creator>Microsoft Corporation</dc:creator>
  <cp:lastModifiedBy>박인철</cp:lastModifiedBy>
  <cp:revision>6</cp:revision>
  <dcterms:created xsi:type="dcterms:W3CDTF">2006-10-05T04:04:58Z</dcterms:created>
  <dcterms:modified xsi:type="dcterms:W3CDTF">2025-09-21T11:18:31Z</dcterms:modified>
</cp:coreProperties>
</file>